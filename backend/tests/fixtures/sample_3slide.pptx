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</Relationships>
</file>

<file path=ppt/presentation.xml><?xml version="1.0" encoding="utf-8"?>
<p:presentation xmlns:p="http://schemas.openxmlformats.org/presentationml/2006/main" xmlns:a="http://schemas.openxmlformats.org/drawingml/2006/main" xmlns:r="http://schemas.openxmlformats.org/officeDocument/2006/relationships">
  <p:sldMasterIdLst/>
  <p:sldSz cx="9144000" cy="6858000" type="screen4x3"/>
  <p:notesSz cx="6858000" cy="9144000"/>
  <p:sldIdLst>
    <p:sldId id="256" r:id="rId1"/>
    <p:sldId id="257" r:id="rId2"/>
    <p:sldId id="258" r:id="rId3"/>
  </p:sldIdLst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" Target="slides/slide1.xml"/>
  <Relationship Id="rId2" Type="http://schemas.openxmlformats.org/officeDocument/2006/relationships/slide" Target="slides/slide2.xml"/>
  <Relationship Id="rId3" Type="http://schemas.openxmlformats.org/officeDocument/2006/relationships/slide" Target="slides/slide3.xml"/>
</Relationships>
</file>

<file path=ppt/slides/_rels/slide1.xml.rels><?xml version="1.0" encoding="UTF-8" standalone="yes"?><Relationships xmlns="http://schemas.openxmlformats.org/package/2006/relationships"></Relationships>
</file>

<file path=ppt/slides/_rels/slide2.xml.rels><?xml version="1.0" encoding="UTF-8" standalone="yes"?><Relationships xmlns="http://schemas.openxmlformats.org/package/2006/relationships"></Relationships>
</file>

<file path=ppt/slides/_rels/slide3.xml.rels><?xml version="1.0" encoding="UTF-8" standalone="yes"?><Relationships xmlns="http://schemas.openxmlformats.org/package/2006/relationships"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1: Machine Learning Topic 1</a:t>
            </a:r>
          </a:p>
        </p:txBody>
      </p:sp>
      <p:sp>
        <p:nvSpPr>
          <p:cNvPr id="3" name="Content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Neural networks and gradient descent for slide 1.</a:t>
            </a:r>
          </a:p>
        </p:txBody>
      </p:sp>
    </p:spTree>
  </p:cSld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2: Machine Learning Topic 2</a:t>
            </a:r>
          </a:p>
        </p:txBody>
      </p:sp>
      <p:sp>
        <p:nvSpPr>
          <p:cNvPr id="3" name="Content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Neural networks and gradient descent for slide 2.</a:t>
            </a:r>
          </a:p>
        </p:txBody>
      </p:sp>
    </p:spTree>
  </p:cSld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3: Machine Learning Topic 3</a:t>
            </a:r>
          </a:p>
        </p:txBody>
      </p:sp>
      <p:sp>
        <p:nvSpPr>
          <p:cNvPr id="3" name="Content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Neural networks and gradient descent for slide 3.</a:t>
            </a:r>
          </a:p>
        </p:txBody>
      </p:sp>
    </p:spTree>
  </p:cSld>
</p:sld>
</file>